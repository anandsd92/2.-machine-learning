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8A3AC-4BD5-467D-A097-2A7B9F140A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12FCB5B-43CD-4A2A-B640-E9FBF62C11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A20B5FB-6FCA-41D2-97BC-4156636F0096}"/>
              </a:ext>
            </a:extLst>
          </p:cNvPr>
          <p:cNvSpPr>
            <a:spLocks noGrp="1"/>
          </p:cNvSpPr>
          <p:nvPr>
            <p:ph type="dt" sz="half" idx="10"/>
          </p:nvPr>
        </p:nvSpPr>
        <p:spPr/>
        <p:txBody>
          <a:bodyPr/>
          <a:lstStyle/>
          <a:p>
            <a:fld id="{3E4E1455-98EA-4DDD-B3CD-D8A6D3143F18}" type="datetimeFigureOut">
              <a:rPr lang="en-IN" smtClean="0"/>
              <a:t>17-05-2026</a:t>
            </a:fld>
            <a:endParaRPr lang="en-IN"/>
          </a:p>
        </p:txBody>
      </p:sp>
      <p:sp>
        <p:nvSpPr>
          <p:cNvPr id="5" name="Footer Placeholder 4">
            <a:extLst>
              <a:ext uri="{FF2B5EF4-FFF2-40B4-BE49-F238E27FC236}">
                <a16:creationId xmlns:a16="http://schemas.microsoft.com/office/drawing/2014/main" id="{9D7CF54E-EA10-431E-9154-0CF008B5E4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D209C3-C9F4-4B60-B6DD-77C81D49EB31}"/>
              </a:ext>
            </a:extLst>
          </p:cNvPr>
          <p:cNvSpPr>
            <a:spLocks noGrp="1"/>
          </p:cNvSpPr>
          <p:nvPr>
            <p:ph type="sldNum" sz="quarter" idx="12"/>
          </p:nvPr>
        </p:nvSpPr>
        <p:spPr/>
        <p:txBody>
          <a:bodyPr/>
          <a:lstStyle/>
          <a:p>
            <a:fld id="{B5E5A571-A750-412D-AF75-50C45FB68388}" type="slidenum">
              <a:rPr lang="en-IN" smtClean="0"/>
              <a:t>‹#›</a:t>
            </a:fld>
            <a:endParaRPr lang="en-IN"/>
          </a:p>
        </p:txBody>
      </p:sp>
    </p:spTree>
    <p:extLst>
      <p:ext uri="{BB962C8B-B14F-4D97-AF65-F5344CB8AC3E}">
        <p14:creationId xmlns:p14="http://schemas.microsoft.com/office/powerpoint/2010/main" val="17047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F29B3-7322-41C3-BCF1-147EA95495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20B2B2-7EB6-4976-B112-3F12DE67259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BE3C3C-FB25-4D2A-BADD-7BB4C50643D3}"/>
              </a:ext>
            </a:extLst>
          </p:cNvPr>
          <p:cNvSpPr>
            <a:spLocks noGrp="1"/>
          </p:cNvSpPr>
          <p:nvPr>
            <p:ph type="dt" sz="half" idx="10"/>
          </p:nvPr>
        </p:nvSpPr>
        <p:spPr/>
        <p:txBody>
          <a:bodyPr/>
          <a:lstStyle/>
          <a:p>
            <a:fld id="{3E4E1455-98EA-4DDD-B3CD-D8A6D3143F18}" type="datetimeFigureOut">
              <a:rPr lang="en-IN" smtClean="0"/>
              <a:t>17-05-2026</a:t>
            </a:fld>
            <a:endParaRPr lang="en-IN"/>
          </a:p>
        </p:txBody>
      </p:sp>
      <p:sp>
        <p:nvSpPr>
          <p:cNvPr id="5" name="Footer Placeholder 4">
            <a:extLst>
              <a:ext uri="{FF2B5EF4-FFF2-40B4-BE49-F238E27FC236}">
                <a16:creationId xmlns:a16="http://schemas.microsoft.com/office/drawing/2014/main" id="{C1EAE595-A051-46DF-BC3F-033BEE99E2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5534BA-B611-4502-B963-ABA9E8354498}"/>
              </a:ext>
            </a:extLst>
          </p:cNvPr>
          <p:cNvSpPr>
            <a:spLocks noGrp="1"/>
          </p:cNvSpPr>
          <p:nvPr>
            <p:ph type="sldNum" sz="quarter" idx="12"/>
          </p:nvPr>
        </p:nvSpPr>
        <p:spPr/>
        <p:txBody>
          <a:bodyPr/>
          <a:lstStyle/>
          <a:p>
            <a:fld id="{B5E5A571-A750-412D-AF75-50C45FB68388}" type="slidenum">
              <a:rPr lang="en-IN" smtClean="0"/>
              <a:t>‹#›</a:t>
            </a:fld>
            <a:endParaRPr lang="en-IN"/>
          </a:p>
        </p:txBody>
      </p:sp>
    </p:spTree>
    <p:extLst>
      <p:ext uri="{BB962C8B-B14F-4D97-AF65-F5344CB8AC3E}">
        <p14:creationId xmlns:p14="http://schemas.microsoft.com/office/powerpoint/2010/main" val="2458867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450B6-EE1C-487F-9511-1A6C4EFF52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B996F76-A2A4-4C11-B743-90A84CE263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DFD7643-BC1F-42BE-94D8-0D830FB78CC1}"/>
              </a:ext>
            </a:extLst>
          </p:cNvPr>
          <p:cNvSpPr>
            <a:spLocks noGrp="1"/>
          </p:cNvSpPr>
          <p:nvPr>
            <p:ph type="dt" sz="half" idx="10"/>
          </p:nvPr>
        </p:nvSpPr>
        <p:spPr/>
        <p:txBody>
          <a:bodyPr/>
          <a:lstStyle/>
          <a:p>
            <a:fld id="{3E4E1455-98EA-4DDD-B3CD-D8A6D3143F18}" type="datetimeFigureOut">
              <a:rPr lang="en-IN" smtClean="0"/>
              <a:t>17-05-2026</a:t>
            </a:fld>
            <a:endParaRPr lang="en-IN"/>
          </a:p>
        </p:txBody>
      </p:sp>
      <p:sp>
        <p:nvSpPr>
          <p:cNvPr id="5" name="Footer Placeholder 4">
            <a:extLst>
              <a:ext uri="{FF2B5EF4-FFF2-40B4-BE49-F238E27FC236}">
                <a16:creationId xmlns:a16="http://schemas.microsoft.com/office/drawing/2014/main" id="{97272F3B-AC82-4F82-A240-2DAF4828BB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29A9C4-1D8E-4418-A822-617CE6F1A177}"/>
              </a:ext>
            </a:extLst>
          </p:cNvPr>
          <p:cNvSpPr>
            <a:spLocks noGrp="1"/>
          </p:cNvSpPr>
          <p:nvPr>
            <p:ph type="sldNum" sz="quarter" idx="12"/>
          </p:nvPr>
        </p:nvSpPr>
        <p:spPr/>
        <p:txBody>
          <a:bodyPr/>
          <a:lstStyle/>
          <a:p>
            <a:fld id="{B5E5A571-A750-412D-AF75-50C45FB68388}" type="slidenum">
              <a:rPr lang="en-IN" smtClean="0"/>
              <a:t>‹#›</a:t>
            </a:fld>
            <a:endParaRPr lang="en-IN"/>
          </a:p>
        </p:txBody>
      </p:sp>
    </p:spTree>
    <p:extLst>
      <p:ext uri="{BB962C8B-B14F-4D97-AF65-F5344CB8AC3E}">
        <p14:creationId xmlns:p14="http://schemas.microsoft.com/office/powerpoint/2010/main" val="723375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1C9C8-8A6B-4790-9155-0F1490E087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6B32B5-1887-4E99-8F37-6DB772F3488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DAC6959-0C1C-44DE-BCCE-1A3572073CC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741F153-95A7-45F8-AD5C-D4E9DE378BB2}"/>
              </a:ext>
            </a:extLst>
          </p:cNvPr>
          <p:cNvSpPr>
            <a:spLocks noGrp="1"/>
          </p:cNvSpPr>
          <p:nvPr>
            <p:ph type="dt" sz="half" idx="10"/>
          </p:nvPr>
        </p:nvSpPr>
        <p:spPr/>
        <p:txBody>
          <a:bodyPr/>
          <a:lstStyle/>
          <a:p>
            <a:fld id="{3E4E1455-98EA-4DDD-B3CD-D8A6D3143F18}" type="datetimeFigureOut">
              <a:rPr lang="en-IN" smtClean="0"/>
              <a:t>17-05-2026</a:t>
            </a:fld>
            <a:endParaRPr lang="en-IN"/>
          </a:p>
        </p:txBody>
      </p:sp>
      <p:sp>
        <p:nvSpPr>
          <p:cNvPr id="6" name="Footer Placeholder 5">
            <a:extLst>
              <a:ext uri="{FF2B5EF4-FFF2-40B4-BE49-F238E27FC236}">
                <a16:creationId xmlns:a16="http://schemas.microsoft.com/office/drawing/2014/main" id="{D625EFA3-3045-4C23-9A00-DA219F6EC7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4FB104-0DB6-40C2-8467-DF881CB0FDEA}"/>
              </a:ext>
            </a:extLst>
          </p:cNvPr>
          <p:cNvSpPr>
            <a:spLocks noGrp="1"/>
          </p:cNvSpPr>
          <p:nvPr>
            <p:ph type="sldNum" sz="quarter" idx="12"/>
          </p:nvPr>
        </p:nvSpPr>
        <p:spPr/>
        <p:txBody>
          <a:bodyPr/>
          <a:lstStyle/>
          <a:p>
            <a:fld id="{B5E5A571-A750-412D-AF75-50C45FB68388}" type="slidenum">
              <a:rPr lang="en-IN" smtClean="0"/>
              <a:t>‹#›</a:t>
            </a:fld>
            <a:endParaRPr lang="en-IN"/>
          </a:p>
        </p:txBody>
      </p:sp>
    </p:spTree>
    <p:extLst>
      <p:ext uri="{BB962C8B-B14F-4D97-AF65-F5344CB8AC3E}">
        <p14:creationId xmlns:p14="http://schemas.microsoft.com/office/powerpoint/2010/main" val="381105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2B8A0-A068-4421-BAFE-063283A431E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D0DD5A7-75BD-45C0-A124-9DCD3F2B66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26BA4D8-AC19-456B-AF07-498C57306E7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A05E31C-7985-4E2F-B765-56B33D9C9A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C5F100B-71E2-454F-AA56-936742652A5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31F7FD0-EFF9-43A3-9FC3-6448D7FF6490}"/>
              </a:ext>
            </a:extLst>
          </p:cNvPr>
          <p:cNvSpPr>
            <a:spLocks noGrp="1"/>
          </p:cNvSpPr>
          <p:nvPr>
            <p:ph type="dt" sz="half" idx="10"/>
          </p:nvPr>
        </p:nvSpPr>
        <p:spPr/>
        <p:txBody>
          <a:bodyPr/>
          <a:lstStyle/>
          <a:p>
            <a:fld id="{3E4E1455-98EA-4DDD-B3CD-D8A6D3143F18}" type="datetimeFigureOut">
              <a:rPr lang="en-IN" smtClean="0"/>
              <a:t>17-05-2026</a:t>
            </a:fld>
            <a:endParaRPr lang="en-IN"/>
          </a:p>
        </p:txBody>
      </p:sp>
      <p:sp>
        <p:nvSpPr>
          <p:cNvPr id="8" name="Footer Placeholder 7">
            <a:extLst>
              <a:ext uri="{FF2B5EF4-FFF2-40B4-BE49-F238E27FC236}">
                <a16:creationId xmlns:a16="http://schemas.microsoft.com/office/drawing/2014/main" id="{1C871AD3-088D-4637-888C-7B3FED2B91E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C62705A-0F78-4CC9-B064-DD5CF7642617}"/>
              </a:ext>
            </a:extLst>
          </p:cNvPr>
          <p:cNvSpPr>
            <a:spLocks noGrp="1"/>
          </p:cNvSpPr>
          <p:nvPr>
            <p:ph type="sldNum" sz="quarter" idx="12"/>
          </p:nvPr>
        </p:nvSpPr>
        <p:spPr/>
        <p:txBody>
          <a:bodyPr/>
          <a:lstStyle/>
          <a:p>
            <a:fld id="{B5E5A571-A750-412D-AF75-50C45FB68388}" type="slidenum">
              <a:rPr lang="en-IN" smtClean="0"/>
              <a:t>‹#›</a:t>
            </a:fld>
            <a:endParaRPr lang="en-IN"/>
          </a:p>
        </p:txBody>
      </p:sp>
    </p:spTree>
    <p:extLst>
      <p:ext uri="{BB962C8B-B14F-4D97-AF65-F5344CB8AC3E}">
        <p14:creationId xmlns:p14="http://schemas.microsoft.com/office/powerpoint/2010/main" val="1992862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6A8F6-C798-4EE8-8332-529A4F277D6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0B4D273-1C9F-4A0A-A442-5A2C9E32B7DD}"/>
              </a:ext>
            </a:extLst>
          </p:cNvPr>
          <p:cNvSpPr>
            <a:spLocks noGrp="1"/>
          </p:cNvSpPr>
          <p:nvPr>
            <p:ph type="dt" sz="half" idx="10"/>
          </p:nvPr>
        </p:nvSpPr>
        <p:spPr/>
        <p:txBody>
          <a:bodyPr/>
          <a:lstStyle/>
          <a:p>
            <a:fld id="{3E4E1455-98EA-4DDD-B3CD-D8A6D3143F18}" type="datetimeFigureOut">
              <a:rPr lang="en-IN" smtClean="0"/>
              <a:t>17-05-2026</a:t>
            </a:fld>
            <a:endParaRPr lang="en-IN"/>
          </a:p>
        </p:txBody>
      </p:sp>
      <p:sp>
        <p:nvSpPr>
          <p:cNvPr id="4" name="Footer Placeholder 3">
            <a:extLst>
              <a:ext uri="{FF2B5EF4-FFF2-40B4-BE49-F238E27FC236}">
                <a16:creationId xmlns:a16="http://schemas.microsoft.com/office/drawing/2014/main" id="{63D0C9E3-FEE8-4A0B-92ED-BFA0594BE3E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8FA6E19-0601-438E-B0C0-C5BBBB2E12CD}"/>
              </a:ext>
            </a:extLst>
          </p:cNvPr>
          <p:cNvSpPr>
            <a:spLocks noGrp="1"/>
          </p:cNvSpPr>
          <p:nvPr>
            <p:ph type="sldNum" sz="quarter" idx="12"/>
          </p:nvPr>
        </p:nvSpPr>
        <p:spPr/>
        <p:txBody>
          <a:bodyPr/>
          <a:lstStyle/>
          <a:p>
            <a:fld id="{B5E5A571-A750-412D-AF75-50C45FB68388}" type="slidenum">
              <a:rPr lang="en-IN" smtClean="0"/>
              <a:t>‹#›</a:t>
            </a:fld>
            <a:endParaRPr lang="en-IN"/>
          </a:p>
        </p:txBody>
      </p:sp>
    </p:spTree>
    <p:extLst>
      <p:ext uri="{BB962C8B-B14F-4D97-AF65-F5344CB8AC3E}">
        <p14:creationId xmlns:p14="http://schemas.microsoft.com/office/powerpoint/2010/main" val="3111807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F4EA76-2958-4A1D-9A3F-1A5185D2730B}"/>
              </a:ext>
            </a:extLst>
          </p:cNvPr>
          <p:cNvSpPr>
            <a:spLocks noGrp="1"/>
          </p:cNvSpPr>
          <p:nvPr>
            <p:ph type="dt" sz="half" idx="10"/>
          </p:nvPr>
        </p:nvSpPr>
        <p:spPr/>
        <p:txBody>
          <a:bodyPr/>
          <a:lstStyle/>
          <a:p>
            <a:fld id="{3E4E1455-98EA-4DDD-B3CD-D8A6D3143F18}" type="datetimeFigureOut">
              <a:rPr lang="en-IN" smtClean="0"/>
              <a:t>17-05-2026</a:t>
            </a:fld>
            <a:endParaRPr lang="en-IN"/>
          </a:p>
        </p:txBody>
      </p:sp>
      <p:sp>
        <p:nvSpPr>
          <p:cNvPr id="3" name="Footer Placeholder 2">
            <a:extLst>
              <a:ext uri="{FF2B5EF4-FFF2-40B4-BE49-F238E27FC236}">
                <a16:creationId xmlns:a16="http://schemas.microsoft.com/office/drawing/2014/main" id="{4665AEE8-D703-4FCD-85AC-B16E60CA092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7E494AB-815A-4202-BE30-BB4AEF74DE99}"/>
              </a:ext>
            </a:extLst>
          </p:cNvPr>
          <p:cNvSpPr>
            <a:spLocks noGrp="1"/>
          </p:cNvSpPr>
          <p:nvPr>
            <p:ph type="sldNum" sz="quarter" idx="12"/>
          </p:nvPr>
        </p:nvSpPr>
        <p:spPr/>
        <p:txBody>
          <a:bodyPr/>
          <a:lstStyle/>
          <a:p>
            <a:fld id="{B5E5A571-A750-412D-AF75-50C45FB68388}" type="slidenum">
              <a:rPr lang="en-IN" smtClean="0"/>
              <a:t>‹#›</a:t>
            </a:fld>
            <a:endParaRPr lang="en-IN"/>
          </a:p>
        </p:txBody>
      </p:sp>
    </p:spTree>
    <p:extLst>
      <p:ext uri="{BB962C8B-B14F-4D97-AF65-F5344CB8AC3E}">
        <p14:creationId xmlns:p14="http://schemas.microsoft.com/office/powerpoint/2010/main" val="2522205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4C2ED-C776-4F30-8B55-134AA08A05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B6D010C-150F-43CC-9B28-F960DFEFDB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D47A625-2A31-4230-8776-0E80CE1077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FE261A6-FF04-49D8-9E68-8533AE7797E4}"/>
              </a:ext>
            </a:extLst>
          </p:cNvPr>
          <p:cNvSpPr>
            <a:spLocks noGrp="1"/>
          </p:cNvSpPr>
          <p:nvPr>
            <p:ph type="dt" sz="half" idx="10"/>
          </p:nvPr>
        </p:nvSpPr>
        <p:spPr/>
        <p:txBody>
          <a:bodyPr/>
          <a:lstStyle/>
          <a:p>
            <a:fld id="{3E4E1455-98EA-4DDD-B3CD-D8A6D3143F18}" type="datetimeFigureOut">
              <a:rPr lang="en-IN" smtClean="0"/>
              <a:t>17-05-2026</a:t>
            </a:fld>
            <a:endParaRPr lang="en-IN"/>
          </a:p>
        </p:txBody>
      </p:sp>
      <p:sp>
        <p:nvSpPr>
          <p:cNvPr id="6" name="Footer Placeholder 5">
            <a:extLst>
              <a:ext uri="{FF2B5EF4-FFF2-40B4-BE49-F238E27FC236}">
                <a16:creationId xmlns:a16="http://schemas.microsoft.com/office/drawing/2014/main" id="{BD3AEBBE-D1AB-406E-BEB2-A780EC548B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101F68-F5AB-45BB-9A0D-F148E6FFBBA9}"/>
              </a:ext>
            </a:extLst>
          </p:cNvPr>
          <p:cNvSpPr>
            <a:spLocks noGrp="1"/>
          </p:cNvSpPr>
          <p:nvPr>
            <p:ph type="sldNum" sz="quarter" idx="12"/>
          </p:nvPr>
        </p:nvSpPr>
        <p:spPr/>
        <p:txBody>
          <a:bodyPr/>
          <a:lstStyle/>
          <a:p>
            <a:fld id="{B5E5A571-A750-412D-AF75-50C45FB68388}" type="slidenum">
              <a:rPr lang="en-IN" smtClean="0"/>
              <a:t>‹#›</a:t>
            </a:fld>
            <a:endParaRPr lang="en-IN"/>
          </a:p>
        </p:txBody>
      </p:sp>
    </p:spTree>
    <p:extLst>
      <p:ext uri="{BB962C8B-B14F-4D97-AF65-F5344CB8AC3E}">
        <p14:creationId xmlns:p14="http://schemas.microsoft.com/office/powerpoint/2010/main" val="3918340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CAC9E-F967-451E-9BBA-C2E017B42A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3E93E9D-EEE5-457D-BF95-3D2107E707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CA7FB1B-8177-4C3F-8876-B7D7003ED1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61765F4-5EDD-4B72-B4B1-28F989FEDF60}"/>
              </a:ext>
            </a:extLst>
          </p:cNvPr>
          <p:cNvSpPr>
            <a:spLocks noGrp="1"/>
          </p:cNvSpPr>
          <p:nvPr>
            <p:ph type="dt" sz="half" idx="10"/>
          </p:nvPr>
        </p:nvSpPr>
        <p:spPr/>
        <p:txBody>
          <a:bodyPr/>
          <a:lstStyle/>
          <a:p>
            <a:fld id="{3E4E1455-98EA-4DDD-B3CD-D8A6D3143F18}" type="datetimeFigureOut">
              <a:rPr lang="en-IN" smtClean="0"/>
              <a:t>17-05-2026</a:t>
            </a:fld>
            <a:endParaRPr lang="en-IN"/>
          </a:p>
        </p:txBody>
      </p:sp>
      <p:sp>
        <p:nvSpPr>
          <p:cNvPr id="6" name="Footer Placeholder 5">
            <a:extLst>
              <a:ext uri="{FF2B5EF4-FFF2-40B4-BE49-F238E27FC236}">
                <a16:creationId xmlns:a16="http://schemas.microsoft.com/office/drawing/2014/main" id="{5E87CC38-0952-417F-AF4C-9D1EC66A82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365525-3FF0-41EC-9ACC-F119A0A81B33}"/>
              </a:ext>
            </a:extLst>
          </p:cNvPr>
          <p:cNvSpPr>
            <a:spLocks noGrp="1"/>
          </p:cNvSpPr>
          <p:nvPr>
            <p:ph type="sldNum" sz="quarter" idx="12"/>
          </p:nvPr>
        </p:nvSpPr>
        <p:spPr/>
        <p:txBody>
          <a:bodyPr/>
          <a:lstStyle/>
          <a:p>
            <a:fld id="{B5E5A571-A750-412D-AF75-50C45FB68388}" type="slidenum">
              <a:rPr lang="en-IN" smtClean="0"/>
              <a:t>‹#›</a:t>
            </a:fld>
            <a:endParaRPr lang="en-IN"/>
          </a:p>
        </p:txBody>
      </p:sp>
    </p:spTree>
    <p:extLst>
      <p:ext uri="{BB962C8B-B14F-4D97-AF65-F5344CB8AC3E}">
        <p14:creationId xmlns:p14="http://schemas.microsoft.com/office/powerpoint/2010/main" val="1218731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0DAE6-8986-4B88-BD40-94340A1F9E8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FA5629D-ECFC-42B1-AF19-CA8D85A36F4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12E78B-A47D-4C1E-999C-CFCFA5E3D342}"/>
              </a:ext>
            </a:extLst>
          </p:cNvPr>
          <p:cNvSpPr>
            <a:spLocks noGrp="1"/>
          </p:cNvSpPr>
          <p:nvPr>
            <p:ph type="dt" sz="half" idx="10"/>
          </p:nvPr>
        </p:nvSpPr>
        <p:spPr/>
        <p:txBody>
          <a:bodyPr/>
          <a:lstStyle/>
          <a:p>
            <a:fld id="{3E4E1455-98EA-4DDD-B3CD-D8A6D3143F18}" type="datetimeFigureOut">
              <a:rPr lang="en-IN" smtClean="0"/>
              <a:t>17-05-2026</a:t>
            </a:fld>
            <a:endParaRPr lang="en-IN"/>
          </a:p>
        </p:txBody>
      </p:sp>
      <p:sp>
        <p:nvSpPr>
          <p:cNvPr id="5" name="Footer Placeholder 4">
            <a:extLst>
              <a:ext uri="{FF2B5EF4-FFF2-40B4-BE49-F238E27FC236}">
                <a16:creationId xmlns:a16="http://schemas.microsoft.com/office/drawing/2014/main" id="{FF03368A-308E-4DB5-9F83-AF8286D6E3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ED4A09-F8E5-48E8-9945-681B58197E76}"/>
              </a:ext>
            </a:extLst>
          </p:cNvPr>
          <p:cNvSpPr>
            <a:spLocks noGrp="1"/>
          </p:cNvSpPr>
          <p:nvPr>
            <p:ph type="sldNum" sz="quarter" idx="12"/>
          </p:nvPr>
        </p:nvSpPr>
        <p:spPr/>
        <p:txBody>
          <a:bodyPr/>
          <a:lstStyle/>
          <a:p>
            <a:fld id="{B5E5A571-A750-412D-AF75-50C45FB68388}" type="slidenum">
              <a:rPr lang="en-IN" smtClean="0"/>
              <a:t>‹#›</a:t>
            </a:fld>
            <a:endParaRPr lang="en-IN"/>
          </a:p>
        </p:txBody>
      </p:sp>
    </p:spTree>
    <p:extLst>
      <p:ext uri="{BB962C8B-B14F-4D97-AF65-F5344CB8AC3E}">
        <p14:creationId xmlns:p14="http://schemas.microsoft.com/office/powerpoint/2010/main" val="8640823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4F97A7-951E-4809-94B8-9D58A27652E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04773BB-58C2-48E4-809B-F39C291C8AA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2F4C04-29F0-40D1-B3A3-C705EE137737}"/>
              </a:ext>
            </a:extLst>
          </p:cNvPr>
          <p:cNvSpPr>
            <a:spLocks noGrp="1"/>
          </p:cNvSpPr>
          <p:nvPr>
            <p:ph type="dt" sz="half" idx="10"/>
          </p:nvPr>
        </p:nvSpPr>
        <p:spPr/>
        <p:txBody>
          <a:bodyPr/>
          <a:lstStyle/>
          <a:p>
            <a:fld id="{3E4E1455-98EA-4DDD-B3CD-D8A6D3143F18}" type="datetimeFigureOut">
              <a:rPr lang="en-IN" smtClean="0"/>
              <a:t>17-05-2026</a:t>
            </a:fld>
            <a:endParaRPr lang="en-IN"/>
          </a:p>
        </p:txBody>
      </p:sp>
      <p:sp>
        <p:nvSpPr>
          <p:cNvPr id="5" name="Footer Placeholder 4">
            <a:extLst>
              <a:ext uri="{FF2B5EF4-FFF2-40B4-BE49-F238E27FC236}">
                <a16:creationId xmlns:a16="http://schemas.microsoft.com/office/drawing/2014/main" id="{17800CEB-E80A-49A0-AE06-84D0CAE4A2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C0D5C8-9277-4C23-AF95-4784502789BF}"/>
              </a:ext>
            </a:extLst>
          </p:cNvPr>
          <p:cNvSpPr>
            <a:spLocks noGrp="1"/>
          </p:cNvSpPr>
          <p:nvPr>
            <p:ph type="sldNum" sz="quarter" idx="12"/>
          </p:nvPr>
        </p:nvSpPr>
        <p:spPr/>
        <p:txBody>
          <a:bodyPr/>
          <a:lstStyle/>
          <a:p>
            <a:fld id="{B5E5A571-A750-412D-AF75-50C45FB68388}" type="slidenum">
              <a:rPr lang="en-IN" smtClean="0"/>
              <a:t>‹#›</a:t>
            </a:fld>
            <a:endParaRPr lang="en-IN"/>
          </a:p>
        </p:txBody>
      </p:sp>
    </p:spTree>
    <p:extLst>
      <p:ext uri="{BB962C8B-B14F-4D97-AF65-F5344CB8AC3E}">
        <p14:creationId xmlns:p14="http://schemas.microsoft.com/office/powerpoint/2010/main" val="1230491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0D4CB7-6444-4D96-B550-40C5D8A51D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C7B483-0976-4C96-9920-4582566616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428706-2B03-4E9B-A482-603105B746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4E1455-98EA-4DDD-B3CD-D8A6D3143F18}" type="datetimeFigureOut">
              <a:rPr lang="en-IN" smtClean="0"/>
              <a:t>17-05-2026</a:t>
            </a:fld>
            <a:endParaRPr lang="en-IN"/>
          </a:p>
        </p:txBody>
      </p:sp>
      <p:sp>
        <p:nvSpPr>
          <p:cNvPr id="5" name="Footer Placeholder 4">
            <a:extLst>
              <a:ext uri="{FF2B5EF4-FFF2-40B4-BE49-F238E27FC236}">
                <a16:creationId xmlns:a16="http://schemas.microsoft.com/office/drawing/2014/main" id="{A10860A7-440B-4FB0-8D47-4A691A0A47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553E834-184B-4667-953E-A7A1EE7035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E5A571-A750-412D-AF75-50C45FB68388}" type="slidenum">
              <a:rPr lang="en-IN" smtClean="0"/>
              <a:t>‹#›</a:t>
            </a:fld>
            <a:endParaRPr lang="en-IN"/>
          </a:p>
        </p:txBody>
      </p:sp>
    </p:spTree>
    <p:extLst>
      <p:ext uri="{BB962C8B-B14F-4D97-AF65-F5344CB8AC3E}">
        <p14:creationId xmlns:p14="http://schemas.microsoft.com/office/powerpoint/2010/main" val="2487908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76C34-6966-46BB-9F7F-9736E3ABF166}"/>
              </a:ext>
            </a:extLst>
          </p:cNvPr>
          <p:cNvSpPr>
            <a:spLocks noGrp="1"/>
          </p:cNvSpPr>
          <p:nvPr>
            <p:ph type="ctrTitle"/>
          </p:nvPr>
        </p:nvSpPr>
        <p:spPr>
          <a:xfrm>
            <a:off x="1524000" y="292369"/>
            <a:ext cx="9144000" cy="678302"/>
          </a:xfrm>
        </p:spPr>
        <p:txBody>
          <a:bodyPr>
            <a:normAutofit fontScale="90000"/>
          </a:bodyPr>
          <a:lstStyle/>
          <a:p>
            <a:r>
              <a:rPr lang="en-US" dirty="0"/>
              <a:t>OPTICS Clustering</a:t>
            </a:r>
            <a:endParaRPr lang="en-IN" dirty="0"/>
          </a:p>
        </p:txBody>
      </p:sp>
      <p:sp>
        <p:nvSpPr>
          <p:cNvPr id="3" name="Subtitle 2">
            <a:extLst>
              <a:ext uri="{FF2B5EF4-FFF2-40B4-BE49-F238E27FC236}">
                <a16:creationId xmlns:a16="http://schemas.microsoft.com/office/drawing/2014/main" id="{E80B8555-AFB0-4211-BB74-2B39C9569B61}"/>
              </a:ext>
            </a:extLst>
          </p:cNvPr>
          <p:cNvSpPr>
            <a:spLocks noGrp="1"/>
          </p:cNvSpPr>
          <p:nvPr>
            <p:ph type="subTitle" idx="1"/>
          </p:nvPr>
        </p:nvSpPr>
        <p:spPr>
          <a:xfrm>
            <a:off x="355107" y="1171853"/>
            <a:ext cx="11514338" cy="5393778"/>
          </a:xfrm>
        </p:spPr>
        <p:txBody>
          <a:bodyPr>
            <a:normAutofit/>
          </a:bodyPr>
          <a:lstStyle/>
          <a:p>
            <a:pPr algn="l"/>
            <a:r>
              <a:rPr lang="en-US" b="1" dirty="0"/>
              <a:t>What </a:t>
            </a:r>
            <a:r>
              <a:rPr lang="en-US" b="1"/>
              <a:t>is optics </a:t>
            </a:r>
            <a:r>
              <a:rPr lang="en-US" b="1" dirty="0"/>
              <a:t>clustering:</a:t>
            </a:r>
          </a:p>
          <a:p>
            <a:pPr algn="l"/>
            <a:r>
              <a:rPr lang="en-US" sz="1800" dirty="0"/>
              <a:t>OPTICS (Ordering Points To Identify the Clustering Structure) is a density-based clustering algorithm similar to DBSCAN clustering. Unlike DBSCAN which struggles with varying densities. OPTICS does not directly assign clusters but instead creates a reachability plot which visually represents clusters. The key concepts in OPTICS are:</a:t>
            </a:r>
          </a:p>
          <a:p>
            <a:pPr algn="l"/>
            <a:r>
              <a:rPr lang="en-US" sz="1800" dirty="0"/>
              <a:t>Core Distance: The minimum distance needed for a point to be classified as a core point. If a point does not have enough nearby neighbor's, its core distance is undefined.</a:t>
            </a:r>
          </a:p>
          <a:p>
            <a:pPr algn="l"/>
            <a:r>
              <a:rPr lang="en-US" sz="1800" dirty="0"/>
              <a:t>Reachability Distance: It is a measure of how difficult it is to reach from one point to another. It is calculated as the larger core distance of the starting point and the actual point.</a:t>
            </a:r>
          </a:p>
          <a:p>
            <a:pPr algn="l"/>
            <a:r>
              <a:rPr lang="en-US" b="1" dirty="0"/>
              <a:t>Analogy:</a:t>
            </a:r>
            <a:br>
              <a:rPr lang="en-US" dirty="0"/>
            </a:br>
            <a:r>
              <a:rPr lang="en-US" sz="1800" dirty="0"/>
              <a:t>Imagine walking through a city:</a:t>
            </a:r>
          </a:p>
          <a:p>
            <a:pPr algn="l"/>
            <a:endParaRPr lang="en-US" sz="1800" dirty="0"/>
          </a:p>
          <a:p>
            <a:pPr marL="342900" indent="-342900" algn="l">
              <a:spcBef>
                <a:spcPts val="0"/>
              </a:spcBef>
              <a:buFont typeface="+mj-lt"/>
              <a:buAutoNum type="arabicPeriod"/>
            </a:pPr>
            <a:r>
              <a:rPr lang="en-US" sz="1800" dirty="0"/>
              <a:t>DBSCAN says: “Here are the neighborhoods, and those people outside are noise.”</a:t>
            </a:r>
          </a:p>
          <a:p>
            <a:pPr marL="342900" indent="-342900" algn="l">
              <a:spcBef>
                <a:spcPts val="0"/>
              </a:spcBef>
              <a:buFont typeface="+mj-lt"/>
              <a:buAutoNum type="arabicPeriod"/>
            </a:pPr>
            <a:endParaRPr lang="en-US" sz="1800" dirty="0"/>
          </a:p>
          <a:p>
            <a:pPr marL="342900" indent="-342900" algn="l">
              <a:spcBef>
                <a:spcPts val="0"/>
              </a:spcBef>
              <a:buFont typeface="+mj-lt"/>
              <a:buAutoNum type="arabicPeriod"/>
            </a:pPr>
            <a:r>
              <a:rPr lang="en-US" sz="1800" dirty="0"/>
              <a:t>OPTICS says: “Let me walk through the city block by block, recording how dense each area is. Later, you can decide where to draw the boundaries depending on how strict you want to be.”</a:t>
            </a:r>
          </a:p>
          <a:p>
            <a:pPr marL="342900" indent="-342900" algn="l">
              <a:spcBef>
                <a:spcPts val="0"/>
              </a:spcBef>
              <a:buFont typeface="+mj-lt"/>
              <a:buAutoNum type="arabicPeriod"/>
            </a:pPr>
            <a:endParaRPr lang="en-US" sz="1800" dirty="0"/>
          </a:p>
          <a:p>
            <a:pPr marL="342900" indent="-342900" algn="l">
              <a:spcBef>
                <a:spcPts val="0"/>
              </a:spcBef>
              <a:buFont typeface="+mj-lt"/>
              <a:buAutoNum type="arabicPeriod"/>
            </a:pPr>
            <a:r>
              <a:rPr lang="en-US" sz="1800" dirty="0"/>
              <a:t>So OPTICS gives you a map of density, not just a single clustering.</a:t>
            </a:r>
            <a:endParaRPr lang="en-IN" dirty="0"/>
          </a:p>
        </p:txBody>
      </p:sp>
    </p:spTree>
    <p:extLst>
      <p:ext uri="{BB962C8B-B14F-4D97-AF65-F5344CB8AC3E}">
        <p14:creationId xmlns:p14="http://schemas.microsoft.com/office/powerpoint/2010/main" val="2504979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70F88C-C721-45CB-B323-F8F2207423F8}"/>
              </a:ext>
            </a:extLst>
          </p:cNvPr>
          <p:cNvSpPr>
            <a:spLocks noGrp="1"/>
          </p:cNvSpPr>
          <p:nvPr>
            <p:ph idx="1"/>
          </p:nvPr>
        </p:nvSpPr>
        <p:spPr>
          <a:xfrm>
            <a:off x="838200" y="295422"/>
            <a:ext cx="10515600" cy="4294333"/>
          </a:xfrm>
        </p:spPr>
        <p:txBody>
          <a:bodyPr>
            <a:normAutofit/>
          </a:bodyPr>
          <a:lstStyle/>
          <a:p>
            <a:pPr marL="0" indent="0">
              <a:buNone/>
            </a:pPr>
            <a:r>
              <a:rPr lang="en-US" b="1" dirty="0"/>
              <a:t>When to Use</a:t>
            </a:r>
          </a:p>
          <a:p>
            <a:pPr>
              <a:lnSpc>
                <a:spcPct val="100000"/>
              </a:lnSpc>
              <a:spcBef>
                <a:spcPts val="0"/>
              </a:spcBef>
            </a:pPr>
            <a:r>
              <a:rPr lang="en-US" sz="1900" dirty="0"/>
              <a:t>When clusters have different densities.</a:t>
            </a:r>
          </a:p>
          <a:p>
            <a:pPr>
              <a:lnSpc>
                <a:spcPct val="100000"/>
              </a:lnSpc>
              <a:spcBef>
                <a:spcPts val="0"/>
              </a:spcBef>
            </a:pPr>
            <a:r>
              <a:rPr lang="en-US" sz="1900" dirty="0"/>
              <a:t>When you want to explore hierarchical density structures.</a:t>
            </a:r>
          </a:p>
          <a:p>
            <a:pPr>
              <a:lnSpc>
                <a:spcPct val="100000"/>
              </a:lnSpc>
              <a:spcBef>
                <a:spcPts val="0"/>
              </a:spcBef>
            </a:pPr>
            <a:r>
              <a:rPr lang="en-US" sz="1900" dirty="0"/>
              <a:t>When DBSCAN struggles because a single eps cannot capture all clusters.</a:t>
            </a:r>
          </a:p>
          <a:p>
            <a:pPr>
              <a:lnSpc>
                <a:spcPct val="100000"/>
              </a:lnSpc>
              <a:spcBef>
                <a:spcPts val="0"/>
              </a:spcBef>
            </a:pPr>
            <a:r>
              <a:rPr lang="en-US" sz="1900" dirty="0"/>
              <a:t>Useful in geospatial analysis, anomaly detection, and exploratory clustering.</a:t>
            </a:r>
          </a:p>
          <a:p>
            <a:pPr marL="0" indent="0">
              <a:lnSpc>
                <a:spcPct val="100000"/>
              </a:lnSpc>
              <a:spcBef>
                <a:spcPts val="0"/>
              </a:spcBef>
              <a:buNone/>
            </a:pPr>
            <a:endParaRPr lang="en-US" sz="1900" b="1" dirty="0"/>
          </a:p>
          <a:p>
            <a:pPr marL="0" indent="0">
              <a:lnSpc>
                <a:spcPct val="100000"/>
              </a:lnSpc>
              <a:spcBef>
                <a:spcPts val="0"/>
              </a:spcBef>
              <a:buNone/>
            </a:pPr>
            <a:r>
              <a:rPr lang="en-US" b="1" dirty="0"/>
              <a:t>Step‑by‑Step Process</a:t>
            </a:r>
          </a:p>
          <a:p>
            <a:pPr>
              <a:spcBef>
                <a:spcPts val="0"/>
              </a:spcBef>
            </a:pPr>
            <a:r>
              <a:rPr lang="en-US" sz="1900" dirty="0"/>
              <a:t>Start with all points unvisited.</a:t>
            </a:r>
          </a:p>
          <a:p>
            <a:pPr>
              <a:spcBef>
                <a:spcPts val="0"/>
              </a:spcBef>
            </a:pPr>
            <a:r>
              <a:rPr lang="en-US" sz="1900" dirty="0"/>
              <a:t>Pick a point and expand its neighborhood.</a:t>
            </a:r>
          </a:p>
          <a:p>
            <a:pPr>
              <a:spcBef>
                <a:spcPts val="0"/>
              </a:spcBef>
            </a:pPr>
            <a:r>
              <a:rPr lang="en-US" sz="1900" dirty="0"/>
              <a:t>Record reachability distance for each neighbor.</a:t>
            </a:r>
          </a:p>
          <a:p>
            <a:pPr>
              <a:spcBef>
                <a:spcPts val="0"/>
              </a:spcBef>
            </a:pPr>
            <a:r>
              <a:rPr lang="en-US" sz="1900" dirty="0"/>
              <a:t>Continue visiting points in order of increasing reachability distance.</a:t>
            </a:r>
          </a:p>
          <a:p>
            <a:pPr>
              <a:spcBef>
                <a:spcPts val="0"/>
              </a:spcBef>
            </a:pPr>
            <a:r>
              <a:rPr lang="en-US" sz="1900" dirty="0"/>
              <a:t>Produce an ordering of points that reflects cluster structure.</a:t>
            </a:r>
          </a:p>
          <a:p>
            <a:pPr>
              <a:spcBef>
                <a:spcPts val="0"/>
              </a:spcBef>
            </a:pPr>
            <a:r>
              <a:rPr lang="en-US" sz="1900" dirty="0"/>
              <a:t>Use the reachability plot to decide clusters at different density thresholds.</a:t>
            </a:r>
            <a:endParaRPr lang="en-IN" dirty="0"/>
          </a:p>
        </p:txBody>
      </p:sp>
    </p:spTree>
    <p:extLst>
      <p:ext uri="{BB962C8B-B14F-4D97-AF65-F5344CB8AC3E}">
        <p14:creationId xmlns:p14="http://schemas.microsoft.com/office/powerpoint/2010/main" val="1442581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F54544-87B0-4349-9D0A-9F96249128D0}"/>
              </a:ext>
            </a:extLst>
          </p:cNvPr>
          <p:cNvSpPr>
            <a:spLocks noGrp="1"/>
          </p:cNvSpPr>
          <p:nvPr>
            <p:ph idx="1"/>
          </p:nvPr>
        </p:nvSpPr>
        <p:spPr>
          <a:xfrm>
            <a:off x="838200" y="211015"/>
            <a:ext cx="10515600" cy="5965948"/>
          </a:xfrm>
        </p:spPr>
        <p:txBody>
          <a:bodyPr/>
          <a:lstStyle/>
          <a:p>
            <a:pPr marL="0" indent="0">
              <a:buNone/>
            </a:pPr>
            <a:r>
              <a:rPr lang="en-US" dirty="0"/>
              <a:t>Reachability Plot to decide XI based on Silhouette score</a:t>
            </a:r>
          </a:p>
          <a:p>
            <a:pPr marL="0" indent="0">
              <a:buNone/>
            </a:pPr>
            <a:endParaRPr lang="en-US" dirty="0"/>
          </a:p>
          <a:p>
            <a:pPr marL="0" indent="0">
              <a:buNone/>
            </a:pPr>
            <a:endParaRPr lang="en-IN" dirty="0"/>
          </a:p>
        </p:txBody>
      </p:sp>
      <p:pic>
        <p:nvPicPr>
          <p:cNvPr id="2" name="Picture 1">
            <a:extLst>
              <a:ext uri="{FF2B5EF4-FFF2-40B4-BE49-F238E27FC236}">
                <a16:creationId xmlns:a16="http://schemas.microsoft.com/office/drawing/2014/main" id="{D9D7A453-7F07-4192-A2AF-880BFBD01FE9}"/>
              </a:ext>
            </a:extLst>
          </p:cNvPr>
          <p:cNvPicPr>
            <a:picLocks noChangeAspect="1"/>
          </p:cNvPicPr>
          <p:nvPr/>
        </p:nvPicPr>
        <p:blipFill>
          <a:blip r:embed="rId2"/>
          <a:stretch>
            <a:fillRect/>
          </a:stretch>
        </p:blipFill>
        <p:spPr>
          <a:xfrm>
            <a:off x="2814637" y="1109662"/>
            <a:ext cx="6562725" cy="4638675"/>
          </a:xfrm>
          <a:prstGeom prst="rect">
            <a:avLst/>
          </a:prstGeom>
        </p:spPr>
      </p:pic>
      <p:pic>
        <p:nvPicPr>
          <p:cNvPr id="4" name="Picture 3">
            <a:extLst>
              <a:ext uri="{FF2B5EF4-FFF2-40B4-BE49-F238E27FC236}">
                <a16:creationId xmlns:a16="http://schemas.microsoft.com/office/drawing/2014/main" id="{371289C0-6953-46FE-85D6-2A3238CE89D4}"/>
              </a:ext>
            </a:extLst>
          </p:cNvPr>
          <p:cNvPicPr>
            <a:picLocks noChangeAspect="1"/>
          </p:cNvPicPr>
          <p:nvPr/>
        </p:nvPicPr>
        <p:blipFill>
          <a:blip r:embed="rId3"/>
          <a:stretch>
            <a:fillRect/>
          </a:stretch>
        </p:blipFill>
        <p:spPr>
          <a:xfrm>
            <a:off x="642937" y="1085850"/>
            <a:ext cx="10906125" cy="4686300"/>
          </a:xfrm>
          <a:prstGeom prst="rect">
            <a:avLst/>
          </a:prstGeom>
        </p:spPr>
      </p:pic>
    </p:spTree>
    <p:extLst>
      <p:ext uri="{BB962C8B-B14F-4D97-AF65-F5344CB8AC3E}">
        <p14:creationId xmlns:p14="http://schemas.microsoft.com/office/powerpoint/2010/main" val="786915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2A72747-7FA0-45AB-B200-5B6A05759310}"/>
              </a:ext>
            </a:extLst>
          </p:cNvPr>
          <p:cNvPicPr>
            <a:picLocks noChangeAspect="1"/>
          </p:cNvPicPr>
          <p:nvPr/>
        </p:nvPicPr>
        <p:blipFill>
          <a:blip r:embed="rId2"/>
          <a:stretch>
            <a:fillRect/>
          </a:stretch>
        </p:blipFill>
        <p:spPr>
          <a:xfrm>
            <a:off x="3271837" y="1028700"/>
            <a:ext cx="5648325" cy="4800600"/>
          </a:xfrm>
          <a:prstGeom prst="rect">
            <a:avLst/>
          </a:prstGeom>
        </p:spPr>
      </p:pic>
    </p:spTree>
    <p:extLst>
      <p:ext uri="{BB962C8B-B14F-4D97-AF65-F5344CB8AC3E}">
        <p14:creationId xmlns:p14="http://schemas.microsoft.com/office/powerpoint/2010/main" val="39614062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TotalTime>
  <Words>242</Words>
  <Application>Microsoft Office PowerPoint</Application>
  <PresentationFormat>Widescreen</PresentationFormat>
  <Paragraphs>26</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OPTICS Clustering</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Agglomerative Clustering</dc:title>
  <dc:creator> </dc:creator>
  <cp:lastModifiedBy> </cp:lastModifiedBy>
  <cp:revision>19</cp:revision>
  <dcterms:created xsi:type="dcterms:W3CDTF">2026-05-15T01:30:23Z</dcterms:created>
  <dcterms:modified xsi:type="dcterms:W3CDTF">2026-05-17T03:52:22Z</dcterms:modified>
</cp:coreProperties>
</file>